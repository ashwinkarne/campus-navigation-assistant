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Figtree"/>
      <p:regular r:id="rId201314"/>
    </p:embeddedFont>
    <p:embeddedFont>
      <p:font typeface="Figtree SemiBold"/>
      <p:regular r:id="rId201315"/>
    </p:embeddedFont>
    <p:embeddedFont>
      <p:font typeface="Figtree Bold"/>
      <p:regular r:id="rId201316"/>
    </p:embeddedFont>
    <p:embeddedFont>
      <p:font typeface="Red Hat Mono Medium"/>
      <p:regular r:id="rId201317"/>
    </p:embeddedFont>
    <p:embeddedFont>
      <p:font typeface="Urbanist Bold"/>
      <p:regular r:id="rId201318"/>
    </p:embeddedFont>
    <p:embeddedFont>
      <p:font typeface="Urbanist Extra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Today I am presenting the Campus Navigation Assistant, an end-to-end web system designed to solve route discovery and navigation delays across expansive college campuses.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Navigating modern university campuses is surprisingly time-consuming for new students and visitors. Physical notice boards are static, whereas our digital assistant instantly converts origin and destination coordinates into an optimal walking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model the campus as an undirected weighted graph where nodes represent key landmarks and edge weights represent distance. Dijkstra's algorithm uses a min-priority queue to explore the lowest cumulative distance and guarantee the optimal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architecture maintains clean separation of concerns. The React frontend captures origin-destination pairs and queries FastAPI endpoints. The backend pulls graph topology from SQLite, executes Dijkstra, and hands back formatted JSON for immediate display.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9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095177"/>
            <a:ext cx="467348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b="1" spc="-7" kern="100" dirty="0">
                <a:solidFill>
                  <a:srgbClr val="1E2A44"/>
                </a:solidFill>
                <a:latin typeface="Urbanist Bold" pitchFamily="34" charset="0"/>
                <a:ea typeface="Urbanist Bold" pitchFamily="34" charset="-122"/>
                <a:cs typeface="Urbanist Bold" pitchFamily="34" charset="-120"/>
              </a:rPr>
              <a:t>CS PROJECT PRESENTATION · ROUTING ENGINE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585" y="1688902"/>
            <a:ext cx="4368691" cy="2080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200" spc="-104" kern="10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Campus Navigation Assistant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09585" y="3986808"/>
            <a:ext cx="4368691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web application that computes and visualizes the shortest walking route between buildings across campus.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5118199"/>
            <a:ext cx="4368691" cy="1238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413474"/>
            <a:ext cx="4368691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66" kern="100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GRAPH ALGORITHMS · FASTAPI · REACT · VIVA DEFENSE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068" y="0"/>
            <a:ext cx="690862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60" kern="10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Campus navigation takes time without a digital guide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200150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Current navigation challenges versus digital automated routing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583630"/>
            <a:ext cx="4206075" cy="489386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72749" y="1583630"/>
            <a:ext cx="6309361" cy="1109166"/>
          </a:xfrm>
          <a:prstGeom prst="roundRect">
            <a:avLst>
              <a:gd name="adj" fmla="val 19236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  <a:effectLst>
            <a:outerShdw sx="100000" sy="100000" kx="0" ky="0" algn="bl" rotWithShape="0" blurRad="127" dist="62230" dir="5400000">
              <a:srgbClr val="ff8a3d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2294" y="1742380"/>
            <a:ext cx="589027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Expansive campus layout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2294" y="2122686"/>
            <a:ext cx="589027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Large collegiate grounds with scattered department wings make unassisted walking confusing.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272749" y="2845197"/>
            <a:ext cx="6309361" cy="1109166"/>
          </a:xfrm>
          <a:prstGeom prst="roundRect">
            <a:avLst>
              <a:gd name="adj" fmla="val 19236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  <a:effectLst>
            <a:outerShdw sx="100000" sy="100000" kx="0" ky="0" algn="bl" rotWithShape="0" blurRad="127" dist="62230" dir="5400000">
              <a:srgbClr val="ff8a3d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2294" y="3003947"/>
            <a:ext cx="589027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Unfamiliar visitor orientation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2294" y="3384252"/>
            <a:ext cx="589027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Freshmen, visiting faculty, and guest delegates struggle to locate interior labs and lecture blocks.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72749" y="4106763"/>
            <a:ext cx="6309361" cy="1109166"/>
          </a:xfrm>
          <a:prstGeom prst="roundRect">
            <a:avLst>
              <a:gd name="adj" fmla="val 19236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  <a:effectLst>
            <a:outerShdw sx="100000" sy="100000" kx="0" ky="0" algn="bl" rotWithShape="0" blurRad="127" dist="62230" dir="5400000">
              <a:srgbClr val="ff8a3d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82294" y="4265513"/>
            <a:ext cx="589027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Manual route finding is slow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2294" y="4645819"/>
            <a:ext cx="589027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Asking pedestrians or deciphering static billboard signboards causes class and meeting delays.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72749" y="5368330"/>
            <a:ext cx="6309361" cy="1109166"/>
          </a:xfrm>
          <a:prstGeom prst="roundRect">
            <a:avLst>
              <a:gd name="adj" fmla="val 19236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  <a:effectLst>
            <a:outerShdw sx="100000" sy="100000" kx="0" ky="0" algn="bl" rotWithShape="0" blurRad="127" dist="62230" dir="5400000">
              <a:srgbClr val="3fc89a">
                <a:alpha val="1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82294" y="5527080"/>
            <a:ext cx="589027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Automated digital solution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482294" y="5907385"/>
            <a:ext cx="589027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Accepts source and destination, calculating the optimal walking trajectory and exact distance in milliseconds.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60" kern="10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Dijkstra turns campus paths into a shortest-route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200150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Graph modeling primitives and execution pipeline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09585" y="1532830"/>
            <a:ext cx="3454314" cy="1421011"/>
          </a:xfrm>
          <a:prstGeom prst="roundRect">
            <a:avLst>
              <a:gd name="adj" fmla="val 15014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9130" y="1691580"/>
            <a:ext cx="3244769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66" kern="100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GRAPH PRIMITIVE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9130" y="1942405"/>
            <a:ext cx="303522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-40" kern="100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Nodes (V)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9130" y="2383730"/>
            <a:ext cx="303522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Campus locations such as Main Gate, Admin Block, Library, and Computer Lab.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8691" y="1532830"/>
            <a:ext cx="3454314" cy="1421011"/>
          </a:xfrm>
          <a:prstGeom prst="roundRect">
            <a:avLst>
              <a:gd name="adj" fmla="val 15014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8235" y="1691580"/>
            <a:ext cx="3244769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66" kern="100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GRAPH PRIMITIVE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8235" y="1942405"/>
            <a:ext cx="303522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-40" kern="100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Edges (E)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8235" y="2383730"/>
            <a:ext cx="303522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Physical connecting pathways, sidewalks, corridors, and paved pedestrian lanes.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7797" y="1532830"/>
            <a:ext cx="3454314" cy="1421011"/>
          </a:xfrm>
          <a:prstGeom prst="roundRect">
            <a:avLst>
              <a:gd name="adj" fmla="val 15014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  <a:effectLst>
            <a:outerShdw sx="100000" sy="100000" kx="0" ky="0" algn="bl" rotWithShape="0" blurRad="127" dist="62230" dir="5400000">
              <a:srgbClr val="3fc89a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37341" y="1691580"/>
            <a:ext cx="3244769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66" kern="100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GRAPH PRIMITIVE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37341" y="1942405"/>
            <a:ext cx="303522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-40" kern="100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Weights (W)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37341" y="2383730"/>
            <a:ext cx="303522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Measured distance in meters or walking time between adjacent landmark nodes.</a:t>
            </a:r>
            <a:endParaRPr lang="en-US" sz="1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131641"/>
            <a:ext cx="10972526" cy="12133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60" kern="10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A lightweight web stack connects map input to route output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200150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End-to-end architecture and technology tier breakdown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290465"/>
            <a:ext cx="4907137" cy="32003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73811" y="1596033"/>
            <a:ext cx="5608299" cy="1032966"/>
          </a:xfrm>
          <a:prstGeom prst="roundRect">
            <a:avLst>
              <a:gd name="adj" fmla="val 20655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57957" y="1716683"/>
            <a:ext cx="524000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React.js Frontend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157957" y="2096988"/>
            <a:ext cx="524000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Interactive dropdown selections, real-time node highlighting, responsive HTML5/CSS3 interface.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73811" y="2781399"/>
            <a:ext cx="5608299" cy="1032966"/>
          </a:xfrm>
          <a:prstGeom prst="roundRect">
            <a:avLst>
              <a:gd name="adj" fmla="val 20655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57957" y="2902049"/>
            <a:ext cx="524000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FastAPI + Python Backend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157957" y="3282355"/>
            <a:ext cx="524000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Lightweight, high-concurrency asynchronous API handling route calculation requests with rapid serialization.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73811" y="3966766"/>
            <a:ext cx="5608299" cy="1032966"/>
          </a:xfrm>
          <a:prstGeom prst="roundRect">
            <a:avLst>
              <a:gd name="adj" fmla="val 20655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7957" y="4087416"/>
            <a:ext cx="524000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SQLite / MySQL Data Store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157957" y="4467721"/>
            <a:ext cx="524000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Stores verified campus coordinate tables, physical pathway relationships, and distance matrix lookups.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73811" y="5152132"/>
            <a:ext cx="5608299" cy="1032966"/>
          </a:xfrm>
          <a:prstGeom prst="roundRect">
            <a:avLst>
              <a:gd name="adj" fmla="val 20655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57957" y="5272782"/>
            <a:ext cx="524000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Git &amp; GitHub Version Control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57957" y="5653088"/>
            <a:ext cx="524000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Structured collaborative codebase management, automated tests, and reproducible builds.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60" kern="10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From Main Gate to Computer Lab, the system returns a clear route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200150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Real-world scenario evaluation, roadmap extensions, and summary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09585" y="1532830"/>
            <a:ext cx="10972526" cy="2119511"/>
          </a:xfrm>
          <a:prstGeom prst="roundRect">
            <a:avLst>
              <a:gd name="adj" fmla="val 10066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  <a:effectLst>
            <a:outerShdw sx="100000" sy="100000" kx="0" ky="0" algn="bl" rotWithShape="0" blurRad="127" dist="62230" dir="5400000">
              <a:srgbClr val="3fc89a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19130" y="1716980"/>
            <a:ext cx="10762981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66" kern="100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VERIFIED ROUTE EXECUTION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9130" y="1967805"/>
            <a:ext cx="105534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-40" kern="100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Main Gate → Computer Lab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9130" y="2409130"/>
            <a:ext cx="10762981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Optimal Path:</a:t>
            </a:r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Main Gate → Admin Block → Central Library → Science Block → Computer Lab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9130" y="2716411"/>
            <a:ext cx="5276718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800" spc="-56" kern="100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420 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19130" y="3262511"/>
            <a:ext cx="527671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Shortest distance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5848" y="2716411"/>
            <a:ext cx="5276718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800" spc="-56" kern="100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5.2 min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095848" y="3262511"/>
            <a:ext cx="527671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Estimated walk 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585" y="3804741"/>
            <a:ext cx="10972526" cy="1014611"/>
          </a:xfrm>
          <a:prstGeom prst="roundRect">
            <a:avLst>
              <a:gd name="adj" fmla="val 21028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730" y="3938091"/>
            <a:ext cx="1078838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66" kern="100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PROJECT CONCLUSION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730" y="4223841"/>
            <a:ext cx="10604235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Deterministic Efficiency:</a:t>
            </a:r>
            <a:pPr algn="l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Graph-based shortest-path algorithms eliminate campus orientation delays with sub-millisecond calculation times and zero external map dependencies.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2026-10-03T06:15:39Z</dcterms:created>
  <dcterms:modified xsi:type="dcterms:W3CDTF">2026-10-03T06:15:39Z</dcterms:modified>
</cp:coreProperties>
</file>